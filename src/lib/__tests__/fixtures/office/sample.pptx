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NGS Capability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Central intelligence across all departments. Window film expertise.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